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3" autoAdjust="0"/>
    <p:restoredTop sz="94660"/>
  </p:normalViewPr>
  <p:slideViewPr>
    <p:cSldViewPr snapToGrid="0">
      <p:cViewPr varScale="1">
        <p:scale>
          <a:sx n="70" d="100"/>
          <a:sy n="70" d="100"/>
        </p:scale>
        <p:origin x="43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22C1E4-92D3-3AA3-AAF9-171DF92645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E53A14-E958-A658-090B-CBF41D98FD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F24F4A-565D-6A25-E97D-6C0B9DB7E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2392C-1CCD-400F-9CB3-B56278A2AEED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C13B9D-B3ED-1531-5B39-4A3CB4E12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AC037-6374-583C-5D65-967F162BA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0488F-A6AC-4186-B5A0-91F17B64E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7369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5F448-4579-DB04-B34F-B2CEA479C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E9C9C-171E-516A-FAB1-55E38B15B3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EC3A4E-9E55-44D2-6AE1-399CF2D50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2392C-1CCD-400F-9CB3-B56278A2AEED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818BD-4FDD-2FA7-EAB6-FE1BE640A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E4404B-99BE-5972-E348-FDD5504A3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0488F-A6AC-4186-B5A0-91F17B64E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1340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178DF-BC8E-76E0-4531-B04339CEE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616D06-8212-335D-40D2-27BDC115D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0FD22B-3590-1DE9-4D94-AC7224A55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2392C-1CCD-400F-9CB3-B56278A2AEED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30CDA-7019-77A2-7FEC-47A1C1D22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AC3C41-431C-13E8-8627-C4F0DFD88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0488F-A6AC-4186-B5A0-91F17B64E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901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32E65-71A9-8113-C6E5-B92A686D3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AFDAE-B57E-F87F-1DFE-DECFD011D9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1D1FBF-42F7-B2B6-DBB0-7CFFD76907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2CD3E3-2B8B-141F-BBCB-634505F9F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2392C-1CCD-400F-9CB3-B56278A2AEED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DA4865-E895-4614-9DCB-0CB6D10CD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0769A1-EC2A-FD43-9646-812AB856A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0488F-A6AC-4186-B5A0-91F17B64E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6040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9E204-8561-5289-0911-D2EF936939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2A7B00-54F3-BB25-4ADA-0F5B4277B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CA1FC3-8B85-36AA-DBEB-1E4877BCF1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264F1C-F4DF-76A5-DED7-2F2AFCD119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934D36-5A80-4724-3974-24C9C737E4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38DA6C-25C6-5D8A-83C7-CE1E61ACA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2392C-1CCD-400F-9CB3-B56278A2AEED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EFF9087-B7A5-9EF5-8614-9522DE0BF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264015-DA1A-0437-3196-5D1F04E71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0488F-A6AC-4186-B5A0-91F17B64E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24929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1577D-A42A-32F9-19E6-89C9EF0E8E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AFC1C7-4F3C-38A9-771D-E89E449A0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2392C-1CCD-400F-9CB3-B56278A2AEED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4FAEBD-5A99-EA16-4541-BD9E1FCFB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33486C-8CD1-6B21-B3C1-3C9DC0D30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0488F-A6AC-4186-B5A0-91F17B64E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464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4D1D8B-E063-4925-F3B4-0886786DE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2392C-1CCD-400F-9CB3-B56278A2AEED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900634F-5FE5-EF4B-54CE-3F0DE1BB0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4A2F49-B948-0DAF-0BFF-8C42DB77E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0488F-A6AC-4186-B5A0-91F17B64E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2390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97B22-1225-5D5C-9DC4-97E547F53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B0896-F859-38F2-F09A-17BE081BB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2405C9-3ABC-FD12-9CB6-6C642D5BEB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53CF47-9A0F-A795-38AB-6DBEE979C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2392C-1CCD-400F-9CB3-B56278A2AEED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DF50F3-A139-590A-215C-31693E86B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6E2C21-C4CD-AD76-6BF4-4800AC928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0488F-A6AC-4186-B5A0-91F17B64E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112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1D5BD-BAA7-4A98-6A5A-D66EAAB44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1F92453-4274-1AA2-F74C-E93381D375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EB8E7F-A3FD-822B-DE75-1CD4485FF4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9D51E9-E249-FF96-8970-FF19CE9EC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2392C-1CCD-400F-9CB3-B56278A2AEED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50BB6C-F1D1-8FE7-9438-2E6CF3FEE6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A5D9A0-8526-81E0-E551-6F3BCB561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0488F-A6AC-4186-B5A0-91F17B64E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2130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1AB8A-886E-8164-0D4C-8D663D52E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4AE84A-231C-F8F6-94DD-83D44A9698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242D9-45F6-C433-247B-44DED0C7B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2392C-1CCD-400F-9CB3-B56278A2AEED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C74B6-A718-9A14-1917-A08B2EEEA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C9431-2DD5-50C9-8C6B-FFD1A90A0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0488F-A6AC-4186-B5A0-91F17B64E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4984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A81416-3595-A217-7141-03B815AC06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9586F0-5572-A148-EDE1-9CBE4019D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A3AAB2-A7B2-F2DD-0A1E-B8C327A51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2392C-1CCD-400F-9CB3-B56278A2AEED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7F03E-60EF-2A63-FB0A-2306214BB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6E2A67-9456-5301-1D3F-C4743FB03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00488F-A6AC-4186-B5A0-91F17B64E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31714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7B1DA8-F30F-3A99-80DE-B40B05D97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756302-91A7-5389-C974-71D1AA5FA3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4E972-6ABD-BA46-2FF1-76C73FBAB5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E2392C-1CCD-400F-9CB3-B56278A2AEED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4BDA6-4972-7CF9-CA29-E3759F58C6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AB19ED-36AF-9371-8F2F-49149ED045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00488F-A6AC-4186-B5A0-91F17B64E9B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8328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128A9-159F-E587-510A-897A366469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0753" y="191069"/>
            <a:ext cx="10140286" cy="846161"/>
          </a:xfrm>
        </p:spPr>
        <p:txBody>
          <a:bodyPr>
            <a:normAutofit/>
          </a:bodyPr>
          <a:lstStyle/>
          <a:p>
            <a:r>
              <a:rPr lang="en-IN" sz="4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Analytics Projects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61C04D-1049-D0B2-39D8-96E02F6AD6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0753" y="1146411"/>
            <a:ext cx="10140286" cy="5520519"/>
          </a:xfrm>
        </p:spPr>
        <p:txBody>
          <a:bodyPr>
            <a:normAutofit lnSpcReduction="10000"/>
          </a:bodyPr>
          <a:lstStyle/>
          <a:p>
            <a:pPr algn="l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i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 Titles 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Ads , Facebook And LinkedIn</a:t>
            </a:r>
          </a:p>
          <a:p>
            <a:r>
              <a:rPr lang="en-IN" sz="2800" b="1" i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: 						</a:t>
            </a:r>
          </a:p>
          <a:p>
            <a:r>
              <a:rPr lang="en-IN" sz="2800" b="1" i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   </a:t>
            </a:r>
            <a:r>
              <a:rPr lang="en-I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Sudarshan Shantharam Patil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           	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2)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Vishaka</a:t>
            </a: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</a:p>
          <a:p>
            <a:r>
              <a:rPr lang="en-I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3) Chetan Raju </a:t>
            </a:r>
            <a:r>
              <a:rPr lang="en-I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khairnar</a:t>
            </a:r>
            <a:endParaRPr lang="en-IN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4) Tasmiya </a:t>
            </a:r>
            <a:r>
              <a:rPr lang="en-I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banu</a:t>
            </a:r>
            <a:r>
              <a:rPr lang="en-I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I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5) Abhishek Shreedhar </a:t>
            </a:r>
            <a:r>
              <a:rPr lang="en-IN" sz="2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Yarandoli</a:t>
            </a:r>
            <a:endParaRPr lang="en-IN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6) Joy Ezra</a:t>
            </a:r>
          </a:p>
          <a:p>
            <a:r>
              <a:rPr lang="en-I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7) Prasad s </a:t>
            </a:r>
          </a:p>
          <a:p>
            <a:r>
              <a:rPr lang="en-US" sz="2800" i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Tools:	</a:t>
            </a:r>
            <a:r>
              <a:rPr 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Excel , Tableau , Power BI And SQL</a:t>
            </a:r>
            <a:r>
              <a:rPr lang="en-US" sz="2800" i="1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					</a:t>
            </a:r>
            <a:endParaRPr lang="en-IN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03998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CF866-BCAB-9ED0-2BD4-9794BB29C62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8365"/>
            <a:ext cx="9144000" cy="805217"/>
          </a:xfrm>
        </p:spPr>
        <p:txBody>
          <a:bodyPr>
            <a:normAutofit fontScale="90000"/>
          </a:bodyPr>
          <a:lstStyle/>
          <a:p>
            <a:r>
              <a:rPr lang="en-IN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Summary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26E53D-118C-8111-7DFD-8969554659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7797" y="1378424"/>
            <a:ext cx="11027391" cy="4162568"/>
          </a:xfrm>
        </p:spPr>
        <p:txBody>
          <a:bodyPr/>
          <a:lstStyle/>
          <a:p>
            <a:r>
              <a:rPr lang="en-IN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r>
              <a:rPr lang="en-IN" dirty="0"/>
              <a:t> : </a:t>
            </a:r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perform a comprehensive analysis of social media advertising performance across Facebook, LinkedIn, and Google Ads platforms, identifying key metrics and trends that drive engagement, conversions, and return on investment (ROI)  					</a:t>
            </a:r>
          </a:p>
          <a:p>
            <a:r>
              <a:rPr lang="en-US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1" i="1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Goal: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top-performing campaigns, engagement trends, and ROI.</a:t>
            </a: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8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l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1" i="1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Impact: </a:t>
            </a:r>
            <a:r>
              <a:rPr kumimoji="0" lang="en-US" altLang="en-US" sz="2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optimize ad strategies, improve targeting, and increase conversions.</a:t>
            </a:r>
            <a:endParaRPr lang="en-IN" sz="2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60843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0800D-02E2-F3AF-C023-4CA5388A90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72955"/>
            <a:ext cx="9144000" cy="723332"/>
          </a:xfrm>
        </p:spPr>
        <p:txBody>
          <a:bodyPr>
            <a:normAutofit fontScale="90000"/>
          </a:bodyPr>
          <a:lstStyle/>
          <a:p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KPIS LISI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C1A2DD-1CBC-62CC-96E7-B5BAE66325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01003"/>
            <a:ext cx="9144000" cy="5384042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en-US" sz="29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Facebook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Reach &amp; Impressions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Engagement Rate (Likes, Comments, Shares)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Click-Through Rate (CTR)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 Spend vs. ROI</a:t>
            </a:r>
          </a:p>
          <a:p>
            <a:pPr algn="l"/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6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LinkedIn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Engagement Rate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Follower Growth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Clicks &amp; Conversions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Campaign Performance by Industry</a:t>
            </a:r>
          </a:p>
          <a:p>
            <a:pPr algn="l"/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sz="2600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Click-Through Rate (CTR)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Conversion Rate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Per Click (CPC)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r>
              <a:rPr lang="en-US" sz="2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 on Ad Spend (ROAS)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88212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C93F19-EC17-9235-9FF7-9FB8C75F19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7720" y="0"/>
            <a:ext cx="621428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2CEA3C-31D7-FC99-D3F8-B91392C432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977721" cy="35484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B70B9BA-AC99-A1A5-CB7A-C02CA191B4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98042"/>
            <a:ext cx="5977719" cy="3759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457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3AEDB5-E578-1C95-0642-B79172B825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373504" cy="6858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8001FCB-42B6-E1E4-59DE-028C328E9D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3504" y="232602"/>
            <a:ext cx="5472365" cy="26334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7DD5BE-BFB7-640C-F931-1D6D832210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8840" y="5117911"/>
            <a:ext cx="5472365" cy="174008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53B466-7FF6-4571-C47C-E1E3EFE93E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5543" y="2881384"/>
            <a:ext cx="5568287" cy="222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9561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F7993-2361-79CB-6CCD-1B4D9460C1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1697" y="286604"/>
            <a:ext cx="10194876" cy="928048"/>
          </a:xfrm>
        </p:spPr>
        <p:txBody>
          <a:bodyPr>
            <a:normAutofit/>
          </a:bodyPr>
          <a:lstStyle/>
          <a:p>
            <a:r>
              <a:rPr lang="en-IN" sz="5400" b="1" i="1" dirty="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Findings And Insights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D6E772-80AB-071B-A75E-8C5B84297E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922" y="1542197"/>
            <a:ext cx="9890078" cy="4544704"/>
          </a:xfrm>
        </p:spPr>
        <p:txBody>
          <a:bodyPr/>
          <a:lstStyle/>
          <a:p>
            <a:pPr algn="l"/>
            <a:r>
              <a:rPr lang="en-IN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Major Findings : </a:t>
            </a:r>
          </a:p>
          <a:p>
            <a:pPr algn="l"/>
            <a:r>
              <a:rPr lang="en-IN" b="1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</a:t>
            </a:r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Facebook: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Highest reach and engagement rate.</a:t>
            </a:r>
          </a:p>
          <a:p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LinkedIn: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Strong professional audience with higher CTR.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Google: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ROI through targeted ad spend.			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Challenge: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Balancing ad cost with engagement across platforms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Future Recommendation:	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more on Google Ads for conversions.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LinkedIn for B2B lead generation.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Facebook campaigns using audience insights.</a:t>
            </a:r>
          </a:p>
          <a:p>
            <a:pPr algn="l"/>
            <a:endParaRPr lang="en-IN" b="1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8414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F7446A3-A22E-4AC2-7183-A572990F5660}"/>
              </a:ext>
            </a:extLst>
          </p:cNvPr>
          <p:cNvSpPr txBox="1"/>
          <p:nvPr/>
        </p:nvSpPr>
        <p:spPr>
          <a:xfrm>
            <a:off x="928048" y="1031755"/>
            <a:ext cx="9717206" cy="5201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3600" i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Learnings</a:t>
            </a:r>
          </a:p>
          <a:p>
            <a:pPr>
              <a:buNone/>
            </a:pPr>
            <a:r>
              <a:rPr lang="en-US" sz="3200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Summary: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Combined Excel, SQL, Tableau, and Power BI for complete analytics workflow.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automated and interactive dashboards.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Delivered clear insights into ad performance across platforms.</a:t>
            </a:r>
          </a:p>
          <a:p>
            <a:pPr>
              <a:buNone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Strengthened skills in data modeling and visualization.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understanding of marketing KPIs and performance metrics.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scalable reporting solutions.</a:t>
            </a:r>
          </a:p>
          <a:p>
            <a:pPr>
              <a:buNone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Steps: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live APIs for real-time data refresh.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 dashboard to include organic traffic and engagement data.</a:t>
            </a:r>
          </a:p>
        </p:txBody>
      </p:sp>
    </p:spTree>
    <p:extLst>
      <p:ext uri="{BB962C8B-B14F-4D97-AF65-F5344CB8AC3E}">
        <p14:creationId xmlns:p14="http://schemas.microsoft.com/office/powerpoint/2010/main" val="2183655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384</Words>
  <Application>Microsoft Office PowerPoint</Application>
  <PresentationFormat>Widescreen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Wingdings</vt:lpstr>
      <vt:lpstr>Office Theme</vt:lpstr>
      <vt:lpstr>Social Media Analytics Projects</vt:lpstr>
      <vt:lpstr>Project Summary </vt:lpstr>
      <vt:lpstr>KPIS LISI</vt:lpstr>
      <vt:lpstr>PowerPoint Presentation</vt:lpstr>
      <vt:lpstr>PowerPoint Presentation</vt:lpstr>
      <vt:lpstr>Key Findings And Insights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PRASAD S</dc:creator>
  <cp:lastModifiedBy>PRASAD S</cp:lastModifiedBy>
  <cp:revision>1</cp:revision>
  <dcterms:created xsi:type="dcterms:W3CDTF">2025-11-13T13:08:37Z</dcterms:created>
  <dcterms:modified xsi:type="dcterms:W3CDTF">2025-11-13T13:16:08Z</dcterms:modified>
</cp:coreProperties>
</file>